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700" spd="slow" advClick="1" advTm="3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700" spd="slow" advClick="1" advTm="300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700" spd="slow" advClick="1" advTm="300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700" spd="slow" advClick="1" advTm="300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700" spd="slow" advClick="1" advTm="300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700" spd="slow" advClick="1" advTm="300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700" spd="slow" advClick="1" advTm="300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 advTm="300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120"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